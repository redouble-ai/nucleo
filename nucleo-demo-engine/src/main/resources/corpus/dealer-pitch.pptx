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Halcyon Bicycle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Dealer programme 2026 - dealer meeting, 12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Halcyon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models, one frame family, 80% shared parts</a:t>
            </a:r>
          </a:p>
          <a:p>
            <a:pPr>
              <a:defRPr sz="2000"/>
            </a:pPr>
            <a:r>
              <a:t>Lifetime frame warranty, handled in 5 working days</a:t>
            </a:r>
          </a:p>
          <a:p>
            <a:pPr>
              <a:defRPr sz="2000"/>
            </a:pPr>
            <a:r>
              <a:t>Dealer margin 30% at list, 34% on stock orders over 20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line-up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Meridian 3 trail, from EUR 2,699</a:t>
            </a:r>
          </a:p>
          <a:p>
            <a:pPr>
              <a:defRPr sz="2000"/>
            </a:pPr>
            <a:r>
              <a:t>Kestrel 1 gravel, from EUR 2,049</a:t>
            </a:r>
          </a:p>
          <a:p>
            <a:pPr>
              <a:defRPr sz="2000"/>
            </a:pPr>
            <a:r>
              <a:t>Comet 2 city, EUR 999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demo bikes on the floor</a:t>
            </a:r>
          </a:p>
          <a:p>
            <a:pPr>
              <a:defRPr sz="2000"/>
            </a:pPr>
            <a:r>
              <a:t>A trained mechanic per store</a:t>
            </a:r>
          </a:p>
          <a:p>
            <a:pPr>
              <a:defRPr sz="2000"/>
            </a:pPr>
            <a:r>
              <a:t>Warranty claims through the dealer portal, never by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